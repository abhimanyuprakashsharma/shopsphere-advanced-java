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ShopSphere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Advanced Java E-Commerce System</a:t>
            </a:r>
          </a:p>
          <a:p>
            <a:pPr>
              <a:spcAft>
                <a:spcPts val="1600"/>
              </a:spcAft>
              <a:defRPr sz="2200"/>
            </a:pPr>
            <a:r>
              <a:t>Presented by: Abhimanyu Sharma</a:t>
            </a:r>
          </a:p>
          <a:p>
            <a:pPr>
              <a:spcAft>
                <a:spcPts val="1600"/>
              </a:spcAft>
              <a:defRPr sz="2200"/>
            </a:pPr>
            <a:r>
              <a:t>Roll No.: 24EGJAD002</a:t>
            </a:r>
          </a:p>
          <a:p>
            <a:pPr>
              <a:spcAft>
                <a:spcPts val="1600"/>
              </a:spcAft>
              <a:defRPr sz="2200"/>
            </a:pPr>
            <a:r>
              <a:t>Global Institute of Technology</a:t>
            </a:r>
          </a:p>
          <a:p>
            <a:pPr>
              <a:spcAft>
                <a:spcPts val="1600"/>
              </a:spcAft>
              <a:defRPr sz="2200"/>
            </a:pPr>
            <a:r>
              <a:t>B.Tech — Artificial Intelligence &amp;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An online store needs customer accounts, product discovery, cart and order workflows, and administration.</a:t>
            </a:r>
          </a:p>
          <a:p>
            <a:pPr>
              <a:spcAft>
                <a:spcPts val="1600"/>
              </a:spcAft>
              <a:defRPr sz="2200"/>
            </a:pPr>
            <a:r>
              <a:t>ShopSphere demonstrates these workflows as an educational Advanced Java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Demonstrate Java web architecture and JDBC/MySQL persistence.</a:t>
            </a:r>
          </a:p>
          <a:p>
            <a:pPr>
              <a:spcAft>
                <a:spcPts val="1600"/>
              </a:spcAft>
              <a:defRPr sz="2200"/>
            </a:pPr>
            <a:r>
              <a:t>Implement customer shopping and administration workflows.</a:t>
            </a:r>
          </a:p>
          <a:p>
            <a:pPr>
              <a:spcAft>
                <a:spcPts val="1600"/>
              </a:spcAft>
              <a:defRPr sz="2200"/>
            </a:pPr>
            <a:r>
              <a:t>Showcase Swing MVC, sockets, RMI, servlets, JSP, serialization, JNDI and internationalization.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Java 17</a:t>
            </a:r>
          </a:p>
          <a:p>
            <a:pPr>
              <a:spcAft>
                <a:spcPts val="1600"/>
              </a:spcAft>
              <a:defRPr sz="2200"/>
            </a:pPr>
            <a:r>
              <a:t>Jakarta Servlet, JSP and JSTL</a:t>
            </a:r>
          </a:p>
          <a:p>
            <a:pPr>
              <a:spcAft>
                <a:spcPts val="1600"/>
              </a:spcAft>
              <a:defRPr sz="2200"/>
            </a:pPr>
            <a:r>
              <a:t>JDBC and MySQL</a:t>
            </a:r>
          </a:p>
          <a:p>
            <a:pPr>
              <a:spcAft>
                <a:spcPts val="1600"/>
              </a:spcAft>
              <a:defRPr sz="2200"/>
            </a:pPr>
            <a:r>
              <a:t>Maven and Apache Tomcat 11</a:t>
            </a:r>
          </a:p>
          <a:p>
            <a:pPr>
              <a:spcAft>
                <a:spcPts val="1600"/>
              </a:spcAft>
              <a:defRPr sz="2200"/>
            </a:pPr>
            <a:r>
              <a:t>HTML, CSS and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Browser (HTML/JSP/JavaScript)</a:t>
            </a:r>
          </a:p>
          <a:p>
            <a:pPr>
              <a:spcAft>
                <a:spcPts val="1600"/>
              </a:spcAft>
              <a:defRPr sz="2200"/>
            </a:pPr>
            <a:r>
              <a:t>↓</a:t>
            </a:r>
          </a:p>
          <a:p>
            <a:pPr>
              <a:spcAft>
                <a:spcPts val="1600"/>
              </a:spcAft>
              <a:defRPr sz="2200"/>
            </a:pPr>
            <a:r>
              <a:t>Servlet controllers → Service layer → DAO/JDBC → MySQL</a:t>
            </a:r>
          </a:p>
          <a:p>
            <a:pPr>
              <a:spcAft>
                <a:spcPts val="1600"/>
              </a:spcAft>
              <a:defRPr sz="2200"/>
            </a:pPr>
            <a:r>
              <a:t>Security and request filters provide cross-cutting checks.</a:t>
            </a:r>
          </a:p>
          <a:p>
            <a:pPr>
              <a:spcAft>
                <a:spcPts val="1600"/>
              </a:spcAft>
              <a:defRPr sz="2200"/>
            </a:pPr>
            <a:r>
              <a:t>Verify the current build before claiming runtime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Customer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Registration and login</a:t>
            </a:r>
          </a:p>
          <a:p>
            <a:pPr>
              <a:spcAft>
                <a:spcPts val="1600"/>
              </a:spcAft>
              <a:defRPr sz="2200"/>
            </a:pPr>
            <a:r>
              <a:t>Product listing, search, filtering and sorting</a:t>
            </a:r>
          </a:p>
          <a:p>
            <a:pPr>
              <a:spcAft>
                <a:spcPts val="1600"/>
              </a:spcAft>
              <a:defRPr sz="2200"/>
            </a:pPr>
            <a:r>
              <a:t>Cart, wishlist and address management</a:t>
            </a:r>
          </a:p>
          <a:p>
            <a:pPr>
              <a:spcAft>
                <a:spcPts val="1600"/>
              </a:spcAft>
              <a:defRPr sz="2200"/>
            </a:pPr>
            <a:r>
              <a:t>Coupons, checkout and order history</a:t>
            </a:r>
          </a:p>
          <a:p>
            <a:pPr>
              <a:spcAft>
                <a:spcPts val="1600"/>
              </a:spcAft>
              <a:defRPr sz="2200"/>
            </a:pPr>
            <a:r>
              <a:t>Profile and product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Admin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Product and category management</a:t>
            </a:r>
          </a:p>
          <a:p>
            <a:pPr>
              <a:spcAft>
                <a:spcPts val="1600"/>
              </a:spcAft>
              <a:defRPr sz="2200"/>
            </a:pPr>
            <a:r>
              <a:t>Inventory and low-stock management</a:t>
            </a:r>
          </a:p>
          <a:p>
            <a:pPr>
              <a:spcAft>
                <a:spcPts val="1600"/>
              </a:spcAft>
              <a:defRPr sz="2200"/>
            </a:pPr>
            <a:r>
              <a:t>Customer, order and review management</a:t>
            </a:r>
          </a:p>
          <a:p>
            <a:pPr>
              <a:spcAft>
                <a:spcPts val="1600"/>
              </a:spcAft>
              <a:defRPr sz="2200"/>
            </a:pPr>
            <a:r>
              <a:t>Coupons, analytics and CSV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Security and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Prepared SQL statements and input validation</a:t>
            </a:r>
          </a:p>
          <a:p>
            <a:pPr>
              <a:spcAft>
                <a:spcPts val="1600"/>
              </a:spcAft>
              <a:defRPr sz="2200"/>
            </a:pPr>
            <a:r>
              <a:t>Password hashing and password policy</a:t>
            </a:r>
          </a:p>
          <a:p>
            <a:pPr>
              <a:spcAft>
                <a:spcPts val="1600"/>
              </a:spcAft>
              <a:defRPr sz="2200"/>
            </a:pPr>
            <a:r>
              <a:t>CSRF protections and security headers</a:t>
            </a:r>
          </a:p>
          <a:p>
            <a:pPr>
              <a:spcAft>
                <a:spcPts val="1600"/>
              </a:spcAft>
              <a:defRPr sz="2200"/>
            </a:pPr>
            <a:r>
              <a:t>Session hardening and authorization checks</a:t>
            </a:r>
          </a:p>
          <a:p>
            <a:pPr>
              <a:spcAft>
                <a:spcPts val="1600"/>
              </a:spcAft>
              <a:defRPr sz="2200"/>
            </a:pPr>
            <a:r>
              <a:t>Demonstrate only features verified in the running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Advanced Java Lab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Swing student registration form</a:t>
            </a:r>
          </a:p>
          <a:p>
            <a:pPr>
              <a:spcAft>
                <a:spcPts val="1600"/>
              </a:spcAft>
              <a:defRPr sz="2200"/>
            </a:pPr>
            <a:r>
              <a:t>MVC calculator</a:t>
            </a:r>
          </a:p>
          <a:p>
            <a:pPr>
              <a:spcAft>
                <a:spcPts val="1600"/>
              </a:spcAft>
              <a:defRPr sz="2200"/>
            </a:pPr>
            <a:r>
              <a:t>JDBC database operations</a:t>
            </a:r>
          </a:p>
          <a:p>
            <a:pPr>
              <a:spcAft>
                <a:spcPts val="1600"/>
              </a:spcAft>
              <a:defRPr sz="2200"/>
            </a:pPr>
            <a:r>
              <a:t>Socket client/server</a:t>
            </a:r>
          </a:p>
          <a:p>
            <a:pPr>
              <a:spcAft>
                <a:spcPts val="1600"/>
              </a:spcAft>
              <a:defRPr sz="2200"/>
            </a:pPr>
            <a:r>
              <a:t>Java RMI</a:t>
            </a:r>
          </a:p>
          <a:p>
            <a:pPr>
              <a:spcAft>
                <a:spcPts val="1600"/>
              </a:spcAft>
              <a:defRPr sz="2200"/>
            </a:pPr>
            <a:r>
              <a:t>Servlet form handling, filters, listeners and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Testing and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JUnit tests and Maven CI workflow are included in the repository.</a:t>
            </a:r>
          </a:p>
          <a:p>
            <a:pPr>
              <a:spcAft>
                <a:spcPts val="1600"/>
              </a:spcAft>
              <a:defRPr sz="2200"/>
            </a:pPr>
            <a:r>
              <a:t>Documented deployment target: Apache Tomcat 11 with a configured MySQL datasource.</a:t>
            </a:r>
          </a:p>
          <a:p>
            <a:pPr>
              <a:spcAft>
                <a:spcPts val="1600"/>
              </a:spcAft>
              <a:defRPr sz="2200"/>
            </a:pPr>
            <a:r>
              <a:t>Build and test the project before the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Payment handling is mock/local recording, not a live payment gateway.</a:t>
            </a:r>
          </a:p>
          <a:p>
            <a:pPr>
              <a:spcAft>
                <a:spcPts val="1600"/>
              </a:spcAft>
              <a:defRPr sz="1900"/>
            </a:pPr>
            <a:r>
              <a:t>Possible future work: real payment integration, persistent rate limiting, production email delivery and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ShopSphere combines e-commerce workflows with Advanced Java demonstrations.</a:t>
            </a:r>
          </a:p>
          <a:p>
            <a:pPr>
              <a:spcAft>
                <a:spcPts val="1600"/>
              </a:spcAft>
              <a:defRPr sz="1900"/>
            </a:pPr>
            <a:r>
              <a:t>Be prepared to explain architecture, database flow, security checks, and the changes personally completed.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Attribution &amp;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Presenter: Abhimanyu Sharma | Roll No.: 24EGJAD002</a:t>
            </a:r>
          </a:p>
          <a:p>
            <a:pPr>
              <a:spcAft>
                <a:spcPts val="1600"/>
              </a:spcAft>
              <a:defRPr sz="2200"/>
            </a:pPr>
            <a:r>
              <a:t>Global Institute of Technology | B.Tech AI &amp; Data Science</a:t>
            </a:r>
          </a:p>
          <a:p>
            <a:pPr>
              <a:spcAft>
                <a:spcPts val="1600"/>
              </a:spcAft>
              <a:defRPr sz="1900"/>
            </a:pPr>
            <a:r>
              <a:t>These details identify the presenter/submission; they do not claim sole authorship of the supplied codebase.</a:t>
            </a:r>
          </a:p>
          <a:p>
            <a:pPr>
              <a:spcAft>
                <a:spcPts val="1600"/>
              </a:spcAft>
              <a:defRPr sz="2200"/>
            </a:pPr>
            <a:r>
              <a:t>Clearly distinguish existing functionality from personal modifications and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ShopSphere • Advanced Java Project •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